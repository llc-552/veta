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细胞的结构与功能：微观世界的精密工厂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本课导航：你要掌握什么？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细胞膜：智能门禁系统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磷脂双分子层 + 镶嵌蛋白（通道/受体/酶）</a:t>
            </a:r>
          </a:p>
          <a:p>
            <a:pPr>
              <a:defRPr sz="1800"/>
            </a:pPr>
            <a:r>
              <a:t>功能：屏障保护｜物质运输（主动/被动）｜信息交流（激素识别）</a:t>
            </a:r>
          </a:p>
          <a:p>
            <a:pPr>
              <a:defRPr sz="1800"/>
            </a:pPr>
            <a:r>
              <a:t>类比：小区人脸识别闸机+快递柜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细胞核：中央控制室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核膜（双层+核孔）｜染色质（DNA+蛋白）｜核仁（rRNA合成+核糖体组装）</a:t>
            </a:r>
          </a:p>
          <a:p>
            <a:pPr>
              <a:defRPr sz="1800"/>
            </a:pPr>
            <a:r>
              <a:t>功能：遗传信息库｜生命活动调控中心</a:t>
            </a:r>
          </a:p>
          <a:p>
            <a:pPr>
              <a:defRPr sz="1800"/>
            </a:pPr>
            <a:r>
              <a:t>关键事实：无核则无持续生命活动（哺乳动物成熟红细胞例外）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线粒体：细胞的‘动力工厂’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双层膜｜内膜折叠成嵴｜基质含DNA+酶</a:t>
            </a:r>
          </a:p>
          <a:p>
            <a:pPr>
              <a:defRPr sz="1800"/>
            </a:pPr>
            <a:r>
              <a:t>功能：有氧呼吸主要场所 → 95% ATP在此生成</a:t>
            </a:r>
          </a:p>
          <a:p>
            <a:pPr>
              <a:defRPr sz="1800"/>
            </a:pPr>
            <a:r>
              <a:t>结构适配：嵴→增大膜面积→提升ATP产量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内质网 &amp; 核糖体：蛋白质‘生产与质检线’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粗面内质网（RER）：附着核糖体 → 合成分泌蛋白/膜蛋白</a:t>
            </a:r>
          </a:p>
          <a:p>
            <a:pPr>
              <a:defRPr sz="1800"/>
            </a:pPr>
            <a:r>
              <a:t>滑面内质网（SER）：无核糖体 → 合成脂质｜解毒｜Ca²⁺储存</a:t>
            </a:r>
          </a:p>
          <a:p>
            <a:pPr>
              <a:defRPr sz="1800"/>
            </a:pPr>
            <a:r>
              <a:t>核糖体：rRNA+蛋白 → 蛋白质合成机器（游离型→胞内蛋白）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高尔基体 &amp; 溶酶体：物流中心与回收站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高尔基体：扁平囊+大小泡 → 修饰｜分选｜包装｜运输</a:t>
            </a:r>
          </a:p>
          <a:p>
            <a:pPr>
              <a:defRPr sz="1800"/>
            </a:pPr>
            <a:r>
              <a:t>溶酶体：单层膜+酸性水解酶 → 降解衰老细胞器/病原体/多余物质</a:t>
            </a:r>
          </a:p>
          <a:p>
            <a:pPr>
              <a:defRPr sz="1800"/>
            </a:pPr>
            <a:r>
              <a:t>关联：高尔基体产生初级溶酶体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植物特有结构：太阳能电站与中央仓库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叶绿体：双层膜+类囊体堆叠（基粒）→ 光合作用场所</a:t>
            </a:r>
          </a:p>
          <a:p>
            <a:pPr>
              <a:defRPr sz="1800"/>
            </a:pPr>
            <a:r>
              <a:t>大液泡：单层膜+细胞液 → 储存｜维持渗透压｜调节pH</a:t>
            </a:r>
          </a:p>
          <a:p>
            <a:pPr>
              <a:defRPr sz="1800"/>
            </a:pPr>
            <a:r>
              <a:t>细胞壁：纤维素+果胶 → 支撑｜保护｜全透性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🔍 动植物细胞‘配置单’快答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请判断以下结构属于：A.仅动物｜B.仅植物｜C.共有</a:t>
            </a:r>
          </a:p>
          <a:p>
            <a:pPr>
              <a:defRPr sz="1800"/>
            </a:pPr>
            <a:r>
              <a:t>① 中心体　② 叶绿体　③ 细胞壁　④ 溶酶体　⑤ 大液泡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💡 结构与功能相适应：三大铁证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线粒体嵴 → 增加ATP合成面积 → 高耗能组织富集</a:t>
            </a:r>
          </a:p>
          <a:p>
            <a:pPr>
              <a:defRPr sz="1800"/>
            </a:pPr>
            <a:r>
              <a:t>高尔基体囊泡化 → 高效分选运输 → 分泌细胞高度发达</a:t>
            </a:r>
          </a:p>
          <a:p>
            <a:pPr>
              <a:defRPr sz="1800"/>
            </a:pPr>
            <a:r>
              <a:t>溶酶体膜糖蛋白 → 防止自我消化 → 安全执行降解功能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本课核心图谱：细胞工厂全景图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所有细胞器构成动态协作网络（生物膜系统）</a:t>
            </a:r>
          </a:p>
          <a:p>
            <a:pPr>
              <a:defRPr sz="1800"/>
            </a:pPr>
            <a:r>
              <a:t>动植物差异 = 生存策略差异（支撑/营养/能量获取）</a:t>
            </a:r>
          </a:p>
          <a:p>
            <a:pPr>
              <a:defRPr sz="1800"/>
            </a:pPr>
            <a:r>
              <a:t>结构功能观 = 生物学思维基石（高考能力要求Ⅳ级）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课后加油站 · 下节预告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