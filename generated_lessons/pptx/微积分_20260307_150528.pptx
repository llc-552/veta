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微积分导论：极限 · 导数 · 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1：极限——数学的‘显微镜’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ε-δ定义可视化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∀ε &gt; 0（挑战者出题）</a:t>
            </a:r>
          </a:p>
          <a:p>
            <a:pPr>
              <a:defRPr sz="1800"/>
            </a:pPr>
            <a:r>
              <a:t>∃δ &gt; 0（防守者应答）</a:t>
            </a:r>
          </a:p>
          <a:p>
            <a:pPr>
              <a:defRPr sz="1800"/>
            </a:pPr>
            <a:r>
              <a:t>0 &lt; |x−a| &lt; δ ⇒ |f(x)−L| &lt; ε（防守成功）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极限计算：识别与破局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Step 1：直接代入 → 成功？结束</a:t>
            </a:r>
          </a:p>
          <a:p>
            <a:pPr>
              <a:defRPr sz="1800"/>
            </a:pPr>
            <a:r>
              <a:t>Step 2：失败？检查未定式类型</a:t>
            </a:r>
          </a:p>
          <a:p>
            <a:pPr>
              <a:defRPr sz="1800"/>
            </a:pPr>
            <a:r>
              <a:t>0/0型：因式分解 / 有理化 / 洛必达</a:t>
            </a:r>
          </a:p>
          <a:p>
            <a:pPr>
              <a:defRPr sz="1800"/>
            </a:pPr>
            <a:r>
              <a:t>∞/∞型：洛必达 / 提最高次项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2：导数——变化的‘快照’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导数的双重面孔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几何：y=f(x)在(a,f(a))处切线斜率</a:t>
            </a:r>
          </a:p>
          <a:p>
            <a:pPr>
              <a:defRPr sz="1800"/>
            </a:pPr>
            <a:r>
              <a:t>物理：s(t)位移→v(t)=s′(t)速度</a:t>
            </a:r>
          </a:p>
          <a:p>
            <a:pPr>
              <a:defRPr sz="1800"/>
            </a:pPr>
            <a:r>
              <a:t>经济：C(x)成本→MC(x)=C′(x)边际成本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求导法则速查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(xⁿ)′ = nxⁿ⁻¹</a:t>
            </a:r>
          </a:p>
          <a:p>
            <a:pPr>
              <a:defRPr sz="1800"/>
            </a:pPr>
            <a:r>
              <a:t>(eˣ)′ = eˣ</a:t>
            </a:r>
          </a:p>
          <a:p>
            <a:pPr>
              <a:defRPr sz="1800"/>
            </a:pPr>
            <a:r>
              <a:t>(sin x)′ = cos x</a:t>
            </a:r>
          </a:p>
          <a:p>
            <a:pPr>
              <a:defRPr sz="1800"/>
            </a:pPr>
            <a:r>
              <a:t>(cos x)′ = −sin x</a:t>
            </a:r>
          </a:p>
          <a:p>
            <a:pPr>
              <a:defRPr sz="1800"/>
            </a:pPr>
            <a:r>
              <a:t>链式法则：[f(g(x))]′ = f′(g(x))·g′(x)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Part 3：积分——累积的‘精密求和’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黎曼和：从矩形到精确面积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分割 [a,b] → n个小区间</a:t>
            </a:r>
          </a:p>
          <a:p>
            <a:pPr>
              <a:defRPr sz="1800"/>
            </a:pPr>
            <a:r>
              <a:t>每个区间选代表点 ξᵢ</a:t>
            </a:r>
          </a:p>
          <a:p>
            <a:pPr>
              <a:defRPr sz="1800"/>
            </a:pPr>
            <a:r>
              <a:t>求和 Σf(ξᵢ)Δxᵢ</a:t>
            </a:r>
          </a:p>
          <a:p>
            <a:pPr>
              <a:defRPr sz="1800"/>
            </a:pPr>
            <a:r>
              <a:t>取极限 maxΔxᵢ→0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牛顿–莱布尼茨公式：微积分的心脏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第一部分：d/dx ∫ₐˣf(t)dt = f(x)</a:t>
            </a:r>
          </a:p>
          <a:p>
            <a:pPr>
              <a:defRPr sz="1800"/>
            </a:pPr>
            <a:r>
              <a:t>第二部分：∫ₐᵇf(x)dx = F(b)−F(a), 其中F′=f</a:t>
            </a:r>
          </a:p>
          <a:p>
            <a:pPr>
              <a:defRPr sz="1800"/>
            </a:pPr>
            <a:r>
              <a:t>例：∫₁²2x dx = [x²]₁² = 4−1 =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即时挑战：3分钟概念快测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Q1：lim_(x→0) sin(5x)/x = ?</a:t>
            </a:r>
          </a:p>
          <a:p>
            <a:pPr>
              <a:defRPr sz="1800"/>
            </a:pPr>
            <a:r>
              <a:t>Q2：f(x)=e^(2x)cos x, f′(0)=?</a:t>
            </a:r>
          </a:p>
          <a:p>
            <a:pPr>
              <a:defRPr sz="1800"/>
            </a:pPr>
            <a:r>
              <a:t>Q3：∫₀^π sin x dx =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微积分：统一的逻辑之网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极限：定义‘逼近’的语言</a:t>
            </a:r>
          </a:p>
          <a:p>
            <a:pPr>
              <a:defRPr sz="1800"/>
            </a:pPr>
            <a:r>
              <a:t>导数：局部变化率（微分）</a:t>
            </a:r>
          </a:p>
          <a:p>
            <a:pPr>
              <a:defRPr sz="1800"/>
            </a:pPr>
            <a:r>
              <a:t>积分：全局累积量（求和）</a:t>
            </a:r>
          </a:p>
          <a:p>
            <a:pPr>
              <a:defRPr sz="1800"/>
            </a:pPr>
            <a:r>
              <a:t>牛顿–莱布尼茨：微分与积分互逆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