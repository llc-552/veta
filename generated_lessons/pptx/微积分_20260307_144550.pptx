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/>
            </a:pPr>
            <a:r>
              <a:t>微积分导论：极限 · 导数 · 积分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为什么需要极限？——从模糊直觉到数学确定性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极限的ε-δ定义：逻辑的精密雕刻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定义：lim_{x→a} f(x) = L ⇔ ∀ε&gt;0, ∃δ&gt;0, s.t. 0&lt;|x−a|&lt;δ ⇒ |f(x)−L|&lt;ε</a:t>
            </a:r>
          </a:p>
          <a:p>
            <a:pPr>
              <a:defRPr sz="1800"/>
            </a:pPr>
            <a:r>
              <a:t>可视化：[epsilon_delta_visualization.png] —— ε带（纵）与δ邻域（横）</a:t>
            </a:r>
          </a:p>
          <a:p>
            <a:pPr>
              <a:defRPr sz="1800"/>
            </a:pPr>
            <a:r>
              <a:t>关键：δ依赖于ε，但不必唯一；‘0&lt;|x−a|’排除x=a本身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极限计算四大策略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✅ 代入法：f连续 ⇒ lim_{x→a} f(x) = f(a)</a:t>
            </a:r>
          </a:p>
          <a:p>
            <a:pPr>
              <a:defRPr sz="1800"/>
            </a:pPr>
            <a:r>
              <a:t>✅ 因式分解：lim_{x→2} (x²−4)/(x−2) = lim_{x→2} (x+2) = 4</a:t>
            </a:r>
          </a:p>
          <a:p>
            <a:pPr>
              <a:defRPr sz="1800"/>
            </a:pPr>
            <a:r>
              <a:t>✅ 有理化：lim_{x→0} (√(x+1)−1)/x → 分子有理化</a:t>
            </a:r>
          </a:p>
          <a:p>
            <a:pPr>
              <a:defRPr sz="1800"/>
            </a:pPr>
            <a:r>
              <a:t>✅ 夹逼准则：−|x| ≤ x·sin(1/x) ≤ |x| ⇒ 极限为0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导数：当‘平均’走向‘瞬时’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从定义出发：推导 (xⁿ)' = n·xⁿ⁻¹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f(x) = xⁿ ⇒ [f(x+h)−f(x)]/h = [(x+h)ⁿ − xⁿ]/h</a:t>
            </a:r>
          </a:p>
          <a:p>
            <a:pPr>
              <a:defRPr sz="1800"/>
            </a:pPr>
            <a:r>
              <a:t>二项式展开：(x+h)ⁿ = xⁿ + n·xⁿ⁻¹·h + C(n,2)·xⁿ⁻²·h² + ...</a:t>
            </a:r>
          </a:p>
          <a:p>
            <a:pPr>
              <a:defRPr sz="1800"/>
            </a:pPr>
            <a:r>
              <a:t>∴ 差商 = n·xⁿ⁻¹ + C(n,2)·xⁿ⁻²·h + ... → n·xⁿ⁻¹ (h→0)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求导法则全景图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线性性：(c·f + d·g)' = c·f' + d·g'</a:t>
            </a:r>
          </a:p>
          <a:p>
            <a:pPr>
              <a:defRPr sz="1800"/>
            </a:pPr>
            <a:r>
              <a:t>乘积法则：(fg)' = f'g + fg' —— ‘前导后不导 + 后导前不导’</a:t>
            </a:r>
          </a:p>
          <a:p>
            <a:pPr>
              <a:defRPr sz="1800"/>
            </a:pPr>
            <a:r>
              <a:t>商法则：(f/g)' = (f'g − fg')/g²</a:t>
            </a:r>
          </a:p>
          <a:p>
            <a:pPr>
              <a:defRPr sz="1800"/>
            </a:pPr>
            <a:r>
              <a:t>链式法则：(f∘g)'(x) = f'(g(x))·g'(x) —— ‘外导·内导’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/>
            </a:pPr>
            <a:r>
              <a:t>积分：从‘求面积’到‘求原函数’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牛顿–莱布尼茨公式（FTC）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第一部分：d/dx ∫ₐˣ f(t)dt = f(x) —— ‘对累积量求导，得瞬时速率’</a:t>
            </a:r>
          </a:p>
          <a:p>
            <a:pPr>
              <a:defRPr sz="1800"/>
            </a:pPr>
            <a:r>
              <a:t>第二部分：∫ₐᵇ f(x)dx = F(b)−F(a) —— ‘对瞬时速率求原函数，再作差，得总量’</a:t>
            </a:r>
          </a:p>
          <a:p>
            <a:pPr>
              <a:defRPr sz="1800"/>
            </a:pPr>
            <a:r>
              <a:t>例：∫₀^π sin x dx = [−cos x]₀^π = (−(−1)) − (−1) =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课堂即时反馈：你的微积分直觉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Q1：lim_{x→0} (1−cos x)/x² 应选？ A.代入 B.因式分解 C.夹逼 D.洛必达（暂不学）</a:t>
            </a:r>
          </a:p>
          <a:p>
            <a:pPr>
              <a:defRPr sz="1800"/>
            </a:pPr>
            <a:r>
              <a:t>Q2：y = e^{sin x} 的导数？ A.e^{sin x} B.e^{sin x}·cos x C.sin x·e^{sin x−1}</a:t>
            </a:r>
          </a:p>
          <a:p>
            <a:pPr>
              <a:defRPr sz="1800"/>
            </a:pPr>
            <a:r>
              <a:t>Q3：∫₁² 1/x dx = ? A.ln2 B.ln2−ln1 C.1/2−1/1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今日核心：一条金线，三个锚点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🔹 极限：ε-δ是‘趋近’的数学宪法；计算靠策略匹配</a:t>
            </a:r>
          </a:p>
          <a:p>
            <a:pPr>
              <a:defRPr sz="1800"/>
            </a:pPr>
            <a:r>
              <a:t>🔹 导数：变化率的精确定义；法则链是破解复合函数的密钥</a:t>
            </a:r>
          </a:p>
          <a:p>
            <a:pPr>
              <a:defRPr sz="1800"/>
            </a:pPr>
            <a:r>
              <a:t>🔹 积分：累积量的量化；FTC是微分与积分和解的庄严条约</a:t>
            </a:r>
          </a:p>
          <a:p>
            <a:pPr>
              <a:defRPr sz="1800"/>
            </a:pPr>
            <a:r>
              <a:t>✅ 下一步：用导数研究函数性态（极值、凹凸、拐点）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课后微型任务（2分钟完成）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设 f(x) = x³ − 2x + 1</a:t>
            </a:r>
          </a:p>
          <a:p>
            <a:pPr>
              <a:defRPr sz="1800"/>
            </a:pPr>
            <a:r>
              <a:t>1. 求 f'(x)</a:t>
            </a:r>
          </a:p>
          <a:p>
            <a:pPr>
              <a:defRPr sz="1800"/>
            </a:pPr>
            <a:r>
              <a:t>2. 计算 ∫₀¹ f'(x) dx</a:t>
            </a:r>
          </a:p>
          <a:p>
            <a:pPr>
              <a:defRPr sz="1800"/>
            </a:pPr>
            <a:r>
              <a:t>3. 观察结果，你能联想到什么定理？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