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微积分导论：从变化率到累积量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为什么需要微积分？——从‘平均’到‘瞬时’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导数的严格定义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f'(a) = lim_{h→0} [f(a+h) − f(a)] / h</a:t>
            </a:r>
          </a:p>
          <a:p>
            <a:pPr>
              <a:defRPr sz="1800"/>
            </a:pPr>
            <a:r>
              <a:t>几何意义：曲线y=f(x)在x=a处的切线斜率</a:t>
            </a:r>
          </a:p>
          <a:p>
            <a:pPr>
              <a:defRPr sz="1800"/>
            </a:pPr>
            <a:r>
              <a:t>物理意义：量f关于x的瞬时变化率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基本求导法则（多项式专用）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(xⁿ)' = n·xⁿ⁻¹ （n∈ℝ）</a:t>
            </a:r>
          </a:p>
          <a:p>
            <a:pPr>
              <a:defRPr sz="1800"/>
            </a:pPr>
            <a:r>
              <a:t>(c·f)' = c·f'；(f+g)' = f'+g'</a:t>
            </a:r>
          </a:p>
          <a:p>
            <a:pPr>
              <a:defRPr sz="1800"/>
            </a:pPr>
            <a:r>
              <a:t>例：d/dt (3t⁴ − 5t² + 7) = 12t³ − 10t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积分：从‘求变化’到‘求总量’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不定积分基本公式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∫xⁿ dx = xⁿ⁺¹/(n+1) + C （n≠−1）</a:t>
            </a:r>
          </a:p>
          <a:p>
            <a:pPr>
              <a:defRPr sz="1800"/>
            </a:pPr>
            <a:r>
              <a:t>∫[af(x)+bg(x)]dx = a∫f(x)dx + b∫g(x)dx</a:t>
            </a:r>
          </a:p>
          <a:p>
            <a:pPr>
              <a:defRPr sz="1800"/>
            </a:pPr>
            <a:r>
              <a:t>例：∫(4t³ + 6) dt = t⁴ + 6t +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微积分基本定理（第一部分）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若f在[a,b]连续，则F(x)=∫ₐˣ f(t)dt 可导，且F'(x)=f(x)</a:t>
            </a:r>
          </a:p>
          <a:p>
            <a:pPr>
              <a:defRPr sz="1800"/>
            </a:pPr>
            <a:r>
              <a:t>直观解读：面积函数的变化率 = 被积函数值</a:t>
            </a:r>
          </a:p>
          <a:p>
            <a:pPr>
              <a:defRPr sz="1800"/>
            </a:pPr>
            <a:r>
              <a:t>即：d/dx ∫ₐˣ v(t)dt = v(x)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概念匹配快问快答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请将下列描述与数学对象连线：</a:t>
            </a:r>
          </a:p>
          <a:p>
            <a:pPr>
              <a:defRPr sz="1800"/>
            </a:pPr>
            <a:r>
              <a:t>• 切线斜率 → □ 导数　□ 积分</a:t>
            </a:r>
          </a:p>
          <a:p>
            <a:pPr>
              <a:defRPr sz="1800"/>
            </a:pPr>
            <a:r>
              <a:t>• 曲线下面积 → □ 导数　□ 积分</a:t>
            </a:r>
          </a:p>
          <a:p>
            <a:pPr>
              <a:defRPr sz="1800"/>
            </a:pPr>
            <a:r>
              <a:t>• 瞬时速度 → □ 导数　□ 积分</a:t>
            </a:r>
          </a:p>
          <a:p>
            <a:pPr>
              <a:defRPr sz="1800"/>
            </a:pPr>
            <a:r>
              <a:t>• 原函数 → □ 导数　□ 积分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小组建模任务：细菌增长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已知：N(t) = 100e^{0.2t}（单位：千个）</a:t>
            </a:r>
          </a:p>
          <a:p>
            <a:pPr>
              <a:defRPr sz="1800"/>
            </a:pPr>
            <a:r>
              <a:t>① 求瞬时增长率N'(t)</a:t>
            </a:r>
          </a:p>
          <a:p>
            <a:pPr>
              <a:defRPr sz="1800"/>
            </a:pPr>
            <a:r>
              <a:t>② 解释∫₀³ N'(t)dt 的意义，并计算</a:t>
            </a:r>
          </a:p>
          <a:p>
            <a:pPr>
              <a:defRPr sz="1800"/>
            </a:pPr>
            <a:r>
              <a:t>提示：利用FTC，∫ₐᵇ f'(t)dt = f(b)−f(a)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本课核心图谱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导数：局部变化率 ⇄ 几何：切线斜率</a:t>
            </a:r>
          </a:p>
          <a:p>
            <a:pPr>
              <a:defRPr sz="1800"/>
            </a:pPr>
            <a:r>
              <a:t>积分：全局累积量 ⇄ 几何：曲线下面积</a:t>
            </a:r>
          </a:p>
          <a:p>
            <a:pPr>
              <a:defRPr sz="1800"/>
            </a:pPr>
            <a:r>
              <a:t>FTC：二者互逆 ⇄ ‘变化率’与‘累积量’一体两面</a:t>
            </a:r>
          </a:p>
          <a:p>
            <a:pPr>
              <a:defRPr sz="1800"/>
            </a:pPr>
            <a:r>
              <a:t>应用铁三角：建模→微分/积分→解释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常见误区警示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× 导数计算漏写极限符号（lim）→ √ 定义即含极限</a:t>
            </a:r>
          </a:p>
          <a:p>
            <a:pPr>
              <a:defRPr sz="1800"/>
            </a:pPr>
            <a:r>
              <a:t>× 积分忘写+C → √ C代表初始状态，无C则解不唯一</a:t>
            </a:r>
          </a:p>
          <a:p>
            <a:pPr>
              <a:defRPr sz="1800"/>
            </a:pPr>
            <a:r>
              <a:t>× 混淆∫f'(x)dx 与 d/dx ∫f(x)dx → √ 前者=F(x)+C，后者=f(x)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下节预告 &amp; 思考题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