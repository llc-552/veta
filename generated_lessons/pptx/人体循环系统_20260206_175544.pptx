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人体循环系统：生命的运输网络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本课导航：我们即将探索...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一、系统总览：心脏 · 血管 · 血液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心脏：中空肌肉泵（胸腔中部偏左）</a:t>
            </a:r>
          </a:p>
          <a:p>
            <a:pPr>
              <a:defRPr sz="1800"/>
            </a:pPr>
            <a:r>
              <a:t>血管：动脉（厚壁离心）、静脉（薄壁回心+瓣膜）、毛细血管（单层壁，交换站）</a:t>
            </a:r>
          </a:p>
          <a:p>
            <a:pPr>
              <a:defRPr sz="1800"/>
            </a:pPr>
            <a:r>
              <a:t>血液：血浆（55%）+ 血细胞（45%）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二、心脏解密：四腔与瓣膜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四腔：左心房、左心室｜右心房、右心室</a:t>
            </a:r>
          </a:p>
          <a:p>
            <a:pPr>
              <a:defRPr sz="1800"/>
            </a:pPr>
            <a:r>
              <a:t>瓣膜：房室瓣（防倒流回心房）｜动脉瓣（防倒流回心室）</a:t>
            </a:r>
          </a:p>
          <a:p>
            <a:pPr>
              <a:defRPr sz="1800"/>
            </a:pPr>
            <a:r>
              <a:t>一次心跳 = 咚（房室瓣关）+ 嗒（动脉瓣关）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三、双循环模型：体循环 vs 肺循环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肺循环：右心室 → 肺动脉 → 肺 → 肺静脉 → 左心房（气体更新）</a:t>
            </a:r>
          </a:p>
          <a:p>
            <a:pPr>
              <a:defRPr sz="1800"/>
            </a:pPr>
            <a:r>
              <a:t>体循环：左心室 → 主动脉 → 全身 → 腔静脉 → 右心房（物质供给）</a:t>
            </a:r>
          </a:p>
          <a:p>
            <a:pPr>
              <a:defRPr sz="1800"/>
            </a:pPr>
            <a:r>
              <a:t>⚠️ 特别注意：肺动脉流缺氧血！肺静脉流含氧血！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四、血液成分：四大‘生命员工’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血浆：水基‘物流水箱’（运载+稳态）</a:t>
            </a:r>
          </a:p>
          <a:p>
            <a:pPr>
              <a:defRPr sz="1800"/>
            </a:pPr>
            <a:r>
              <a:t>红细胞：双凹盘‘氧气快递员’（含血红蛋白）</a:t>
            </a:r>
          </a:p>
          <a:p>
            <a:pPr>
              <a:defRPr sz="1800"/>
            </a:pPr>
            <a:r>
              <a:t>白细胞：变形‘免疫保安队’（吞噬/抗体）</a:t>
            </a:r>
          </a:p>
          <a:p>
            <a:pPr>
              <a:defRPr sz="1800"/>
            </a:pPr>
            <a:r>
              <a:t>血小板：碎片‘创可贴’（激活→凝血）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动手时间！双循环手绘协作赛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材料：A3简图纸、红蓝双色笔</a:t>
            </a:r>
          </a:p>
          <a:p>
            <a:pPr>
              <a:defRPr sz="1800"/>
            </a:pPr>
            <a:r>
              <a:t>任务：标注四腔 + 红蓝路径 + 气体交换标注</a:t>
            </a:r>
          </a:p>
          <a:p>
            <a:pPr>
              <a:defRPr sz="1800"/>
            </a:pPr>
            <a:r>
              <a:t>提示：肺动脉→蓝，肺静脉→红！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脉搏初体验：触摸你的心跳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位置：手腕桡动脉（拇指下侧）</a:t>
            </a:r>
          </a:p>
          <a:p>
            <a:pPr>
              <a:defRPr sz="1800"/>
            </a:pPr>
            <a:r>
              <a:t>方法：食指+中指轻按，数15秒×4</a:t>
            </a:r>
          </a:p>
          <a:p>
            <a:pPr>
              <a:defRPr sz="1800"/>
            </a:pPr>
            <a:r>
              <a:t>正常值：60–100次/分钟</a:t>
            </a:r>
          </a:p>
          <a:p>
            <a:pPr>
              <a:defRPr sz="1800"/>
            </a:pPr>
            <a:r>
              <a:t>血压小知识：120/80 = 收缩压/舒张压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生活链接：循环系统在身边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运动后脸红、心跳快 → 体循环加速供氧</a:t>
            </a:r>
          </a:p>
          <a:p>
            <a:pPr>
              <a:defRPr sz="1800"/>
            </a:pPr>
            <a:r>
              <a:t>伤口止血结痂 → 血小板+凝血因子启动</a:t>
            </a:r>
          </a:p>
          <a:p>
            <a:pPr>
              <a:defRPr sz="1800"/>
            </a:pPr>
            <a:r>
              <a:t>发烧时白细胞升高 → 免疫系统正在作战</a:t>
            </a:r>
          </a:p>
          <a:p>
            <a:pPr>
              <a:defRPr sz="1800"/>
            </a:pPr>
            <a:r>
              <a:t>高原反应头晕 → 血红蛋白携氧不足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知识图谱：循环系统核心框架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结构：心脏（泵）+ 血管（道）+ 血液（液）</a:t>
            </a:r>
          </a:p>
          <a:p>
            <a:pPr>
              <a:defRPr sz="1800"/>
            </a:pPr>
            <a:r>
              <a:t>路径：肺循环（气换）←→体循环（物换）</a:t>
            </a:r>
          </a:p>
          <a:p>
            <a:pPr>
              <a:defRPr sz="1800"/>
            </a:pPr>
            <a:r>
              <a:t>心脏：四腔分离｜瓣膜单向｜左氧右缺</a:t>
            </a:r>
          </a:p>
          <a:p>
            <a:pPr>
              <a:defRPr sz="1800"/>
            </a:pPr>
            <a:r>
              <a:t>血液：血浆（运载）+ 红（运氧）+ 白（免疫）+ 血小板（止血）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常见误区澄清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❌ 肺动脉流的是含氧血 → ✅ 实为缺氧血！</a:t>
            </a:r>
          </a:p>
          <a:p>
            <a:pPr>
              <a:defRPr sz="1800"/>
            </a:pPr>
            <a:r>
              <a:t>❌ 心脏左右心相通 → ✅ 完全被间隔分开！</a:t>
            </a:r>
          </a:p>
          <a:p>
            <a:pPr>
              <a:defRPr sz="1800"/>
            </a:pPr>
            <a:r>
              <a:t>❌ 血小板是完整细胞 → ✅ 是骨髓巨核细胞脱落的碎片！</a:t>
            </a:r>
          </a:p>
          <a:p>
            <a:pPr>
              <a:defRPr sz="1800"/>
            </a:pPr>
            <a:r>
              <a:t>❌ 血压越高越好 → ✅ 过高损伤血管，过低供血不足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下节预告：血液实验室探秘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