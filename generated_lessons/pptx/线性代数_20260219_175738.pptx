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矩阵与行列式：定义、运算与应用入门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为什么需要矩阵与行列式？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矩阵：定义、记号与基本类型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 = [aᵢⱼ]ₘₓₙ：m行n列；aᵢⱼ为第i行j列元素</a:t>
            </a:r>
          </a:p>
          <a:p>
            <a:pPr>
              <a:defRPr sz="1800"/>
            </a:pPr>
            <a:r>
              <a:t>零矩阵 Oₘₓₙ、单位矩阵 Iₙ、对称矩阵（Aᵀ=A）</a:t>
            </a:r>
          </a:p>
          <a:p>
            <a:pPr>
              <a:defRPr sz="1800"/>
            </a:pPr>
            <a:r>
              <a:t>维度是运算的前提：A+B要求同型；AB要求A列数=B行数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矩阵运算律：哪些成立？哪些不成立？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✓ 加法交换律、结合律；数乘分配律</a:t>
            </a:r>
          </a:p>
          <a:p>
            <a:pPr>
              <a:defRPr sz="1800"/>
            </a:pPr>
            <a:r>
              <a:t>✓ 乘法结合律：(AB)C = A(BC)</a:t>
            </a:r>
          </a:p>
          <a:p>
            <a:pPr>
              <a:defRPr sz="1800"/>
            </a:pPr>
            <a:r>
              <a:t>✓ 分配律：A(B+C) = AB+AC；(A+B)C = AC+BC</a:t>
            </a:r>
          </a:p>
          <a:p>
            <a:pPr>
              <a:defRPr sz="1800"/>
            </a:pPr>
            <a:r>
              <a:t>✗ 乘法交换律：AB ≠ BA（一般）</a:t>
            </a:r>
          </a:p>
          <a:p>
            <a:pPr>
              <a:defRPr sz="1800"/>
            </a:pPr>
            <a:r>
              <a:t>✓ 转置律：(AB)ᵀ = BᵀAᵀ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行列式：二阶与三阶的计算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二阶：det([[a,b],[c,d]]) = ad − bc</a:t>
            </a:r>
          </a:p>
          <a:p>
            <a:pPr>
              <a:defRPr sz="1800"/>
            </a:pPr>
            <a:r>
              <a:t>三阶对角线法则（萨吕法则）：主对角线3项正，副对角线3项负</a:t>
            </a:r>
          </a:p>
          <a:p>
            <a:pPr>
              <a:defRPr sz="1800"/>
            </a:pPr>
            <a:r>
              <a:t>递归定义：按行展开 det(A) = Σⱼ (−1)ⁱ⁺ʲ aᵢⱼ det(Mᵢⱼ)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行列式的几何意义与核心性质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|det(A)| = 单位超立方体变换后体积</a:t>
            </a:r>
          </a:p>
          <a:p>
            <a:pPr>
              <a:defRPr sz="1800"/>
            </a:pPr>
            <a:r>
              <a:t>det(A) &gt; 0：保持定向（右手系→右手系）</a:t>
            </a:r>
          </a:p>
          <a:p>
            <a:pPr>
              <a:defRPr sz="1800"/>
            </a:pPr>
            <a:r>
              <a:t>det(A) &lt; 0：逆转定向</a:t>
            </a:r>
          </a:p>
          <a:p>
            <a:pPr>
              <a:defRPr sz="1800"/>
            </a:pPr>
            <a:r>
              <a:t>性质：倍加不变、互换变号、提公因子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从方程组到矩阵：AX = b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例：2x + 3y = 17; x + 2y = 10 → A=[[2,3],[1,2]], X=[[x],[y]], b=[[17],[10]]</a:t>
            </a:r>
          </a:p>
          <a:p>
            <a:pPr>
              <a:defRPr sz="1800"/>
            </a:pPr>
            <a:r>
              <a:t>A称为系数矩阵，X为未知向量，b为常向量</a:t>
            </a:r>
          </a:p>
          <a:p>
            <a:pPr>
              <a:defRPr sz="1800"/>
            </a:pPr>
            <a:r>
              <a:t>建模步骤：识别变量→列方程→提取系数→对齐维度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克莱姆法则：小系统求解利器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前提：A为n阶方阵，det(A) ≠ 0</a:t>
            </a:r>
          </a:p>
          <a:p>
            <a:pPr>
              <a:defRPr sz="1800"/>
            </a:pPr>
            <a:r>
              <a:t>xᵢ = det(Aᵢ) / det(A)，Aᵢ为A第i列换为b</a:t>
            </a:r>
          </a:p>
          <a:p>
            <a:pPr>
              <a:defRPr sz="1800"/>
            </a:pPr>
            <a:r>
              <a:t>仅推荐n=2,3；n≥4时计算量爆炸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可逆性判据：det(A) ≠ 0 的五大等价命题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① A可逆（存在A⁻¹）</a:t>
            </a:r>
          </a:p>
          <a:p>
            <a:pPr>
              <a:defRPr sz="1800"/>
            </a:pPr>
            <a:r>
              <a:t>② AX = b 有唯一解（∀b）</a:t>
            </a:r>
          </a:p>
          <a:p>
            <a:pPr>
              <a:defRPr sz="1800"/>
            </a:pPr>
            <a:r>
              <a:t>③ AX = 0 只有零解</a:t>
            </a:r>
          </a:p>
          <a:p>
            <a:pPr>
              <a:defRPr sz="1800"/>
            </a:pPr>
            <a:r>
              <a:t>④ A的列向量线性无关</a:t>
            </a:r>
          </a:p>
          <a:p>
            <a:pPr>
              <a:defRPr sz="1800"/>
            </a:pPr>
            <a:r>
              <a:t>⑤ det(A) ≠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实战演练：十字路口车流分析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已知：A入口100，B入口80，C出口？</a:t>
            </a:r>
          </a:p>
          <a:p>
            <a:pPr>
              <a:defRPr sz="1800"/>
            </a:pPr>
            <a:r>
              <a:t>约束：各节点流入=流出</a:t>
            </a:r>
          </a:p>
          <a:p>
            <a:pPr>
              <a:defRPr sz="1800"/>
            </a:pPr>
            <a:r>
              <a:t>任务：列AX=b → 求det(A) → 用克莱姆求x（A→B流量）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本课核心图谱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矩阵：结构（维度）→ 运算（律）→ 应用（建模）</a:t>
            </a:r>
          </a:p>
          <a:p>
            <a:pPr>
              <a:defRPr sz="1800"/>
            </a:pPr>
            <a:r>
              <a:t>行列式：计算（2/3阶）→ 几何（体积/定向）→ 判据（可逆性）</a:t>
            </a:r>
          </a:p>
          <a:p>
            <a:pPr>
              <a:defRPr sz="1800"/>
            </a:pPr>
            <a:r>
              <a:t>AX=b：统一语言；det≠0：唯一解的守护神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下节预告 &amp; 课后任务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