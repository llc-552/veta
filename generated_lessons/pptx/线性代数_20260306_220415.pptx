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矩阵与行列式：定义、运算与线性方程组求解</a:t>
            </a:r>
          </a:p>
        </p:txBody>
      </p:sp>
      <p:pic>
        <p:nvPicPr>
          <p:cNvPr id="3" name="Picture 2" descr="lesson_1772805723396_2466d6e93b4348cf971a1ec97166a7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一、矩阵：不只是表格，而是变换的密码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矩阵运算：规则与陷阱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✓ 加法/数乘：同型即可，满足交换律、分配律</a:t>
            </a:r>
          </a:p>
          <a:p>
            <a:pPr>
              <a:defRPr sz="1800"/>
            </a:pPr>
            <a:r>
              <a:t>⚠️ 乘法：A₍ₘₓₙ₎B₍ₙₓₚ₎ = C₍ₘₓₚ₎；(AB)C = A(BC)，但 AB ≠ BA 一般成立</a:t>
            </a:r>
          </a:p>
          <a:p>
            <a:pPr>
              <a:defRPr sz="1800"/>
            </a:pPr>
            <a:r>
              <a:t>✓ 转置：(AB)ᵀ = BᵀAᵀ，(Aᵀ)ᵀ = A</a:t>
            </a:r>
          </a:p>
          <a:p>
            <a:pPr>
              <a:defRPr sz="1800"/>
            </a:pPr>
            <a:r>
              <a:t>反例演示：A=[[1,1],[0,0]], B=[[1,0],[1,0]] → AB=[[2,0],[0,0]], BA=[[1,1],[1,1]]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二、行列式：方阵的‘体积缩放因子’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行列式五大核心性质（高斯消元的基石）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行线性性：det(..., k·rᵢ + rⱼ, ...) = k·det(..., rᵢ, ...) + det(..., rⱼ, ...)</a:t>
            </a:r>
          </a:p>
          <a:p>
            <a:pPr>
              <a:defRPr sz="1800"/>
            </a:pPr>
            <a:r>
              <a:t>2. 两行互换 ⇒ det变号</a:t>
            </a:r>
          </a:p>
          <a:p>
            <a:pPr>
              <a:defRPr sz="1800"/>
            </a:pPr>
            <a:r>
              <a:t>3. 一行加另一行倍数 ⇒ det不变 ✅</a:t>
            </a:r>
          </a:p>
          <a:p>
            <a:pPr>
              <a:defRPr sz="1800"/>
            </a:pPr>
            <a:r>
              <a:t>4. 有全零行 ⇒ det=0</a:t>
            </a:r>
          </a:p>
          <a:p>
            <a:pPr>
              <a:defRPr sz="1800"/>
            </a:pPr>
            <a:r>
              <a:t>5. 上三角矩阵 ⇒ det = ∏对角元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三、解方程组：从矩阵到解的存在性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动手时刻：小组挑战（3分钟）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给定 A = [[2,1],[3,4]], b = [5;11]</a:t>
            </a:r>
          </a:p>
          <a:p>
            <a:pPr>
              <a:defRPr sz="1800"/>
            </a:pPr>
            <a:r>
              <a:t>任务：① det(A) = ? ② 解的情况？ ③ 求 x = A⁻¹b</a:t>
            </a:r>
          </a:p>
          <a:p>
            <a:pPr>
              <a:defRPr sz="1800"/>
            </a:pPr>
            <a:r>
              <a:t>提示：A⁻¹ = (1/det(A))·[[4,-1],[-3,2]]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黄金三角：矩阵 · 行列式 · 方程组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det(A) ≠ 0 ⇔ A可逆 ⇔ rank(A) = n ⇔ Ax = b有唯一解</a:t>
            </a:r>
          </a:p>
          <a:p>
            <a:pPr>
              <a:defRPr sz="1800"/>
            </a:pPr>
            <a:r>
              <a:t>高斯消元 = 左乘初等矩阵序列 ⇒ [A|b] → [I|x]</a:t>
            </a:r>
          </a:p>
          <a:p>
            <a:pPr>
              <a:defRPr sz="1800"/>
            </a:pPr>
            <a:r>
              <a:t>行列式为0 ⇔ 变换坍缩空间 ⇔ 方程组‘病态’（无解或无穷解）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课后加油站 &amp; 下节预告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必做：教材P45习题1,3,7（行列式计算与性质应用）</a:t>
            </a:r>
          </a:p>
          <a:p>
            <a:pPr>
              <a:defRPr sz="1800"/>
            </a:pPr>
            <a:r>
              <a:t>思考题：为什么Iₙ的行列式恒为1？（从定义/几何/性质任一角度解释）</a:t>
            </a:r>
          </a:p>
          <a:p>
            <a:pPr>
              <a:defRPr sz="1800"/>
            </a:pPr>
            <a:r>
              <a:t>下节预告：向量空间、基、维数——揭开矩阵背后的空间结构</a:t>
            </a:r>
          </a:p>
          <a:p>
            <a:pPr>
              <a:defRPr sz="1800"/>
            </a:pPr>
            <a:r>
              <a:t>二维码：扫码观看3分钟动画《行列式如何度量面积》</a:t>
            </a:r>
          </a:p>
        </p:txBody>
      </p:sp>
      <p:pic>
        <p:nvPicPr>
          <p:cNvPr id="4" name="Picture 3" descr="lesson_1772805723396_f3fdcf18f92c481e9f88ac55cd38ba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