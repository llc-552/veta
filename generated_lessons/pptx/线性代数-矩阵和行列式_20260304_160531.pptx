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线性代数入门：矩阵与行列式</a:t>
            </a:r>
          </a:p>
        </p:txBody>
      </p:sp>
      <p:pic>
        <p:nvPicPr>
          <p:cNvPr id="3" name="Picture 2" descr="lesson_1772611384367_888ad234fde149f4866fe93b8cca07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为什么需要矩阵与行列式？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一、矩阵：定义与常见类型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定义：m行n列的矩形数表 A = [aᵢⱼ]ₘₓₙ</a:t>
            </a:r>
          </a:p>
          <a:p>
            <a:pPr>
              <a:defRPr sz="1800"/>
            </a:pPr>
            <a:r>
              <a:t>核心类型：方阵（m=n）、零矩阵O、单位矩阵Iₙ、对角矩阵</a:t>
            </a:r>
          </a:p>
          <a:p>
            <a:pPr>
              <a:defRPr sz="1800"/>
            </a:pPr>
            <a:r>
              <a:t>辨析：I₂ = [[1,0],[0,1]]；O₂ₓ₃ = [[0,0,0],[0,0,0]]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二、矩阵运算：规则与限制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加法/数乘：同维 → 满足交换律、结合律、分配律</a:t>
            </a:r>
          </a:p>
          <a:p>
            <a:pPr>
              <a:defRPr sz="1800"/>
            </a:pPr>
            <a:r>
              <a:t>乘法：Aₘₓₙ·Bₙₓₚ = Cₘₓₚ；(AB)ᵢⱼ = Σₖ aᵢₖbₖⱼ</a:t>
            </a:r>
          </a:p>
          <a:p>
            <a:pPr>
              <a:defRPr sz="1800"/>
            </a:pPr>
            <a:r>
              <a:t>⚠️ 关键：AB ≠ BA（一般不成立）；举例验证</a:t>
            </a:r>
          </a:p>
        </p:txBody>
      </p:sp>
      <p:pic>
        <p:nvPicPr>
          <p:cNvPr id="4" name="Picture 3" descr="lesson_1772611384367_c24f819b48984ae4988bc1c5b40923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互动挑战：谁先算出AB与BA？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给定：A = [[1,2],[0,1]], B = [[1,0],[3,1]]</a:t>
            </a:r>
          </a:p>
          <a:p>
            <a:pPr>
              <a:defRPr sz="1800"/>
            </a:pPr>
            <a:r>
              <a:t>任务：两人一组，1人算AB，1人算BA（2分钟）</a:t>
            </a:r>
          </a:p>
          <a:p>
            <a:pPr>
              <a:defRPr sz="1800"/>
            </a:pPr>
            <a:r>
              <a:t>目标：发现AB = BA？还是不同？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三、行列式：方阵的几何指纹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定义：det: Mₙ(ℝ) → ℝ；二阶：ad−bc；三阶：对角线法则</a:t>
            </a:r>
          </a:p>
          <a:p>
            <a:pPr>
              <a:defRPr sz="1800"/>
            </a:pPr>
            <a:r>
              <a:t>几何意义：|det(A)| = 单位图形经A变换后的面积/体积</a:t>
            </a:r>
          </a:p>
          <a:p>
            <a:pPr>
              <a:defRPr sz="1800"/>
            </a:pPr>
            <a:r>
              <a:t>关键性质：线性相关 ⇒ det=0；行交换 ⇒ det变号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四、计算实战：二阶、三阶与展开法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二阶：直接公式；三阶：对角线法（仅限3阶）</a:t>
            </a:r>
          </a:p>
          <a:p>
            <a:pPr>
              <a:defRPr sz="1800"/>
            </a:pPr>
            <a:r>
              <a:t>通用法：按行/列展开 — det(A) = Σⱼ aᵢⱼ·Cᵢⱼ</a:t>
            </a:r>
          </a:p>
          <a:p>
            <a:pPr>
              <a:defRPr sz="1800"/>
            </a:pPr>
            <a:r>
              <a:t>Cᵢⱼ = (−1)ⁱ⁺ʲ·Mᵢⱼ（Mᵢⱼ为余子式）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小组任务：构造与解释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任务卡A：构造det(D)=−8的3×3对角矩阵</a:t>
            </a:r>
          </a:p>
          <a:p>
            <a:pPr>
              <a:defRPr sz="1800"/>
            </a:pPr>
            <a:r>
              <a:t>任务卡B：找A,B ∈ M₂(ℝ)使AB=O但A,B≠O</a:t>
            </a:r>
          </a:p>
          <a:p>
            <a:pPr>
              <a:defRPr sz="1800"/>
            </a:pPr>
            <a:r>
              <a:t>思考：这违背‘ab=0 ⇒ a=0或b=0’吗？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五、核心桥梁：矩阵可逆 ⇔ det(A) ≠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定理：A∈Mₙ(ℝ) 可逆 ⇔ det(A) ≠ 0</a:t>
            </a:r>
          </a:p>
          <a:p>
            <a:pPr>
              <a:defRPr sz="1800"/>
            </a:pPr>
            <a:r>
              <a:t>推论：det(A)=0 ⇒ Ax=0有非零解；det(A)≠0 ⇒ Ax=b有唯一解</a:t>
            </a:r>
          </a:p>
          <a:p>
            <a:pPr>
              <a:defRPr sz="1800"/>
            </a:pPr>
            <a:r>
              <a:t>应用：快速判别——无需求逆，先算det！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本课核心图谱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矩阵 = 结构（行、列、元素）→ 运算规则（加、乘、维度约束）</a:t>
            </a:r>
          </a:p>
          <a:p>
            <a:pPr>
              <a:defRPr sz="1800"/>
            </a:pPr>
            <a:r>
              <a:t>行列式 = 标量（仅方阵）→ 几何（缩放因子）+ 代数（展开、性质）</a:t>
            </a:r>
          </a:p>
          <a:p>
            <a:pPr>
              <a:defRPr sz="1800"/>
            </a:pPr>
            <a:r>
              <a:t>可逆性 = det ≠ 0（理论判据）= 唯一解（应用价值）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即时检测：3分钟快测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Q1：A=[[2,1],[4,3]]，det(A)=？</a:t>
            </a:r>
          </a:p>
          <a:p>
            <a:pPr>
              <a:defRPr sz="1800"/>
            </a:pPr>
            <a:r>
              <a:t>Q2：B=[[1,0,0],[0,0,0],[0,0,1]]，det(B)=？</a:t>
            </a:r>
          </a:p>
          <a:p>
            <a:pPr>
              <a:defRPr sz="1800"/>
            </a:pPr>
            <a:r>
              <a:t>Q3：若C为3×2矩阵，D为2×4矩阵，CD是几阶矩阵？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下一站：逆矩阵与克莱姆法则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预告：用行列式构造A⁻¹ = (1/det(A))·adj(A)</a:t>
            </a:r>
          </a:p>
          <a:p>
            <a:pPr>
              <a:defRPr sz="1800"/>
            </a:pPr>
            <a:r>
              <a:t>挑战：当det(A)=0时，如何解Ax=b？（最小二乘）</a:t>
            </a:r>
          </a:p>
          <a:p>
            <a:pPr>
              <a:defRPr sz="1800"/>
            </a:pPr>
            <a:r>
              <a:t>课后思考：det(A+B) = det(A)+det(B)？为什么？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